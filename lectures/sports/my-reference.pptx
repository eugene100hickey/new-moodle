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32F95E-53F7-4FC2-88B3-E666CB33E976}" v="1" dt="2022-02-19T10:55:18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e Hickey" userId="17fcf2e9-1605-4812-b43a-1168e0459469" providerId="ADAL" clId="{4F32F95E-53F7-4FC2-88B3-E666CB33E976}"/>
    <pc:docChg chg="custSel addSld modSld addMainMaster delMainMaster">
      <pc:chgData name="Eugene Hickey" userId="17fcf2e9-1605-4812-b43a-1168e0459469" providerId="ADAL" clId="{4F32F95E-53F7-4FC2-88B3-E666CB33E976}" dt="2022-02-19T10:55:28.844" v="2" actId="26606"/>
      <pc:docMkLst>
        <pc:docMk/>
      </pc:docMkLst>
      <pc:sldChg chg="addSp modSp new mod setBg modClrScheme chgLayout">
        <pc:chgData name="Eugene Hickey" userId="17fcf2e9-1605-4812-b43a-1168e0459469" providerId="ADAL" clId="{4F32F95E-53F7-4FC2-88B3-E666CB33E976}" dt="2022-02-19T10:55:28.844" v="2" actId="26606"/>
        <pc:sldMkLst>
          <pc:docMk/>
          <pc:sldMk cId="2117412253" sldId="256"/>
        </pc:sldMkLst>
        <pc:spChg chg="mod">
          <ac:chgData name="Eugene Hickey" userId="17fcf2e9-1605-4812-b43a-1168e0459469" providerId="ADAL" clId="{4F32F95E-53F7-4FC2-88B3-E666CB33E976}" dt="2022-02-19T10:55:28.844" v="2" actId="26606"/>
          <ac:spMkLst>
            <pc:docMk/>
            <pc:sldMk cId="2117412253" sldId="256"/>
            <ac:spMk id="2" creationId="{B96024B7-03E3-4FD8-B4E7-4212CE54B956}"/>
          </ac:spMkLst>
        </pc:spChg>
        <pc:spChg chg="mod">
          <ac:chgData name="Eugene Hickey" userId="17fcf2e9-1605-4812-b43a-1168e0459469" providerId="ADAL" clId="{4F32F95E-53F7-4FC2-88B3-E666CB33E976}" dt="2022-02-19T10:55:28.844" v="2" actId="26606"/>
          <ac:spMkLst>
            <pc:docMk/>
            <pc:sldMk cId="2117412253" sldId="256"/>
            <ac:spMk id="3" creationId="{5EFAD30A-2FB8-462C-8ACA-8336B48D9F82}"/>
          </ac:spMkLst>
        </pc:spChg>
        <pc:spChg chg="add">
          <ac:chgData name="Eugene Hickey" userId="17fcf2e9-1605-4812-b43a-1168e0459469" providerId="ADAL" clId="{4F32F95E-53F7-4FC2-88B3-E666CB33E976}" dt="2022-02-19T10:55:28.844" v="2" actId="26606"/>
          <ac:spMkLst>
            <pc:docMk/>
            <pc:sldMk cId="2117412253" sldId="256"/>
            <ac:spMk id="9" creationId="{37FDDF72-DE39-4F99-A3C1-DD9D7815D7DB}"/>
          </ac:spMkLst>
        </pc:spChg>
        <pc:spChg chg="add">
          <ac:chgData name="Eugene Hickey" userId="17fcf2e9-1605-4812-b43a-1168e0459469" providerId="ADAL" clId="{4F32F95E-53F7-4FC2-88B3-E666CB33E976}" dt="2022-02-19T10:55:28.844" v="2" actId="26606"/>
          <ac:spMkLst>
            <pc:docMk/>
            <pc:sldMk cId="2117412253" sldId="256"/>
            <ac:spMk id="11" creationId="{5E4ECE80-3AD1-450C-B62A-98788F193948}"/>
          </ac:spMkLst>
        </pc:spChg>
        <pc:picChg chg="add">
          <ac:chgData name="Eugene Hickey" userId="17fcf2e9-1605-4812-b43a-1168e0459469" providerId="ADAL" clId="{4F32F95E-53F7-4FC2-88B3-E666CB33E976}" dt="2022-02-19T10:55:28.844" v="2" actId="26606"/>
          <ac:picMkLst>
            <pc:docMk/>
            <pc:sldMk cId="2117412253" sldId="256"/>
            <ac:picMk id="4" creationId="{4E05822D-43E3-44C3-8500-5DA5E09A064E}"/>
          </ac:picMkLst>
        </pc:picChg>
      </pc:sldChg>
      <pc:sldMasterChg chg="del delSldLayout">
        <pc:chgData name="Eugene Hickey" userId="17fcf2e9-1605-4812-b43a-1168e0459469" providerId="ADAL" clId="{4F32F95E-53F7-4FC2-88B3-E666CB33E976}" dt="2022-02-19T10:55:28.844" v="2" actId="26606"/>
        <pc:sldMasterMkLst>
          <pc:docMk/>
          <pc:sldMasterMk cId="2322580709" sldId="2147483660"/>
        </pc:sldMasterMkLst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3173297112" sldId="2147483661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209787397" sldId="2147483662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3833340840" sldId="2147483663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3261532706" sldId="2147483664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1763180025" sldId="2147483665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2087729145" sldId="2147483666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2112159780" sldId="2147483667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1630637945" sldId="2147483668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233038614" sldId="2147483669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1234653622" sldId="2147483670"/>
          </pc:sldLayoutMkLst>
        </pc:sldLayoutChg>
        <pc:sldLayoutChg chg="del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2322580709" sldId="2147483660"/>
            <pc:sldLayoutMk cId="2675172886" sldId="2147483671"/>
          </pc:sldLayoutMkLst>
        </pc:sldLayoutChg>
      </pc:sldMasterChg>
      <pc:sldMasterChg chg="add addSldLayout">
        <pc:chgData name="Eugene Hickey" userId="17fcf2e9-1605-4812-b43a-1168e0459469" providerId="ADAL" clId="{4F32F95E-53F7-4FC2-88B3-E666CB33E976}" dt="2022-02-19T10:55:28.844" v="2" actId="26606"/>
        <pc:sldMasterMkLst>
          <pc:docMk/>
          <pc:sldMasterMk cId="1930629062" sldId="2147483763"/>
        </pc:sldMasterMkLst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2465931046" sldId="2147483752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3498575119" sldId="2147483753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2408040675" sldId="2147483754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1172078513" sldId="2147483755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1225163507" sldId="2147483756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3801679191" sldId="2147483757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2371120872" sldId="2147483758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226906814" sldId="2147483759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1432179258" sldId="2147483760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178808059" sldId="2147483761"/>
          </pc:sldLayoutMkLst>
        </pc:sldLayoutChg>
        <pc:sldLayoutChg chg="add">
          <pc:chgData name="Eugene Hickey" userId="17fcf2e9-1605-4812-b43a-1168e0459469" providerId="ADAL" clId="{4F32F95E-53F7-4FC2-88B3-E666CB33E976}" dt="2022-02-19T10:55:28.844" v="2" actId="26606"/>
          <pc:sldLayoutMkLst>
            <pc:docMk/>
            <pc:sldMasterMk cId="1930629062" sldId="2147483763"/>
            <pc:sldLayoutMk cId="3827667440" sldId="21474837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6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7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4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7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7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7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2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2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0" r:id="rId8"/>
    <p:sldLayoutId id="2147483757" r:id="rId9"/>
    <p:sldLayoutId id="2147483758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4E05822D-43E3-44C3-8500-5DA5E09A06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8021" r="-1" b="3303"/>
          <a:stretch/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6024B7-03E3-4FD8-B4E7-4212CE54B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endParaRPr lang="en-IE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AD30A-2FB8-462C-8ACA-8336B48D9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anchor="t">
            <a:normAutofit/>
          </a:bodyPr>
          <a:lstStyle/>
          <a:p>
            <a:endParaRPr lang="en-IE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12253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AnalogousFromLightSeedRightStep">
      <a:dk1>
        <a:srgbClr val="000000"/>
      </a:dk1>
      <a:lt1>
        <a:srgbClr val="FFFFFF"/>
      </a:lt1>
      <a:dk2>
        <a:srgbClr val="3A3621"/>
      </a:dk2>
      <a:lt2>
        <a:srgbClr val="E2E8E5"/>
      </a:lt2>
      <a:accent1>
        <a:srgbClr val="EA73A4"/>
      </a:accent1>
      <a:accent2>
        <a:srgbClr val="E55454"/>
      </a:accent2>
      <a:accent3>
        <a:srgbClr val="E59053"/>
      </a:accent3>
      <a:accent4>
        <a:srgbClr val="B6A343"/>
      </a:accent4>
      <a:accent5>
        <a:srgbClr val="95AB54"/>
      </a:accent5>
      <a:accent6>
        <a:srgbClr val="69B643"/>
      </a:accent6>
      <a:hlink>
        <a:srgbClr val="578F78"/>
      </a:hlink>
      <a:folHlink>
        <a:srgbClr val="7F7F7F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AvenirNext LT Pro Medium</vt:lpstr>
      <vt:lpstr>Sabon Next LT</vt:lpstr>
      <vt:lpstr>DappledVTI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Eugene Hickey</dc:creator>
  <cp:lastModifiedBy>Eugene Hickey</cp:lastModifiedBy>
  <cp:revision>1</cp:revision>
  <dcterms:created xsi:type="dcterms:W3CDTF">2022-02-19T10:55:02Z</dcterms:created>
  <dcterms:modified xsi:type="dcterms:W3CDTF">2022-02-19T10:55:29Z</dcterms:modified>
</cp:coreProperties>
</file>